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60" d="100"/>
          <a:sy n="160" d="100"/>
        </p:scale>
        <p:origin x="-1160" y="-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34BC5-B4E8-06BE-2E44-C045BC1306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E6104-3E5B-B153-B809-9E6B3D7FA4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F474D-935F-C9C4-AE44-5A8FD023D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80E74-50C8-D124-280F-91236408E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9145FF-FBF4-E9F7-1946-736E7A8B6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906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44F47-47BD-B920-EE83-6FE576810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6BA26-3DFE-1E58-8098-56BD4C746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425EED-D81F-3506-1089-2E8D47DFB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17974-509C-C81A-43A3-11B39E9A0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03C8DC-7D52-62BF-4BBC-0B4A5C49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60857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0BD93-73C2-B8A2-2767-AF1A697E3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029B7-F827-53C1-717F-F0992339E3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B91FE-03DD-CD9C-3BFD-0E088AC08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CFD80F-0AAF-066C-70FC-559579F50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C10A6-073A-23A7-0579-9CB5A4F46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0520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71B90-6128-9D5B-68A9-D30C42EC5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94FAF-FBFC-CEB6-C1C4-B488C4BCC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2A3BA-33DF-0FBD-9319-F7AEC5AB6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2EDFB3-32F3-DD2D-53BB-588AC8905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296216-C220-F5F6-97F7-69CBCA660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15D9A-2EE5-46EB-6DB2-537C15FB4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4800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DD70E-3E14-D9E2-8437-6D4C191FA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0B67F-669D-7B89-5E1D-29FB3FB256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8117C-97BB-8F48-0E3F-476AE0441E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4ED173-DD3D-B522-75AF-CA6201190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86FA5-042A-C337-1FA1-902D2372DB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3A8450-789C-DFCE-FC87-DC6720128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E90850-98BD-C1CA-9273-3FAB27C0F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A6B005-E582-5FB4-01D7-DFAFB274F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78643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F5FBE-D69C-E0DC-049B-8B2412D69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C5E457-DF7B-9131-10EA-B75BFF4C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16475C-04D8-7E68-9BAA-605454102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39D325-1F6A-F083-5D53-AAA0D1DC8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83249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20F8C9-A723-B577-B58D-81C98FA7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29597E-3697-D0B0-911C-C27F3B996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0356B3-3007-2594-F96A-FA8825139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93918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88C01-FAEC-AA8D-E846-10071D52A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D5FF1-2F2E-F686-F31A-CC73D0EA1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44C2C8-602B-5524-09B2-BA73BDED3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B968D9-29F0-EA7E-0F70-941F879AA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743D7-ED5F-87A8-F292-417FD63D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401C62-9860-CE28-960B-921701A70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69384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53CB9-BB02-0805-906F-933604855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E2FF7C-5907-FC3F-FC2A-EF1D7A8B79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85B300-66EC-F246-4D07-83AE3B78A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FC7173-CD90-B526-1ED5-37D9F0BE8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CD4602-ADA5-E956-D9FC-F4A630FC0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05FA1A-DBDF-3C52-31B3-A1DC58DF8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11713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EBDDF-CE7B-C5B5-1566-C0E7BE46D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D58CDB-B837-20EF-6024-762D9C17F4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F2B03A-85C6-56FB-34D4-A06C38BD1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095F7C-2E51-8E97-BB07-A3FE964FE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5E052-AADA-FCB9-92CC-020666BB4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95243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61CAFE-1A2B-FD0C-50C2-FA02462B15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67ABE8-9B14-C728-7FC8-C58E8390BD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2CAD16-B0B9-C27C-9EC7-DFD25D3BB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90763-2546-1B22-5C43-C8931013E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09055-D2A5-371B-F618-F2872CF3F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7461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072470-6090-05E8-91D6-C2A533E4A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0F1283-2BE9-EC31-88B7-2B6FA45A3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BD3B9B-ADC3-2CC3-B7B7-5EB266CB6A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4DCD03-8C1F-AB40-BFF5-F772A1174ACE}" type="datetimeFigureOut">
              <a:rPr lang="en-IE" smtClean="0"/>
              <a:t>02/08/2026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D2B78-00E4-BED2-28C3-2E71172E8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2B260-6FCE-28EF-E63D-64524F72B6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EDC4B-C439-584D-925F-2005C0AB000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57702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FF82434-2288-950B-2839-CB0785DB945E}"/>
              </a:ext>
            </a:extLst>
          </p:cNvPr>
          <p:cNvGrpSpPr/>
          <p:nvPr/>
        </p:nvGrpSpPr>
        <p:grpSpPr>
          <a:xfrm>
            <a:off x="2086661" y="2084037"/>
            <a:ext cx="3151788" cy="966873"/>
            <a:chOff x="2086661" y="2084037"/>
            <a:chExt cx="3151788" cy="96687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7D2AB3E-9399-70D0-BDF5-861AD10CC0C0}"/>
                </a:ext>
              </a:extLst>
            </p:cNvPr>
            <p:cNvSpPr txBox="1"/>
            <p:nvPr/>
          </p:nvSpPr>
          <p:spPr>
            <a:xfrm>
              <a:off x="2086661" y="2226106"/>
              <a:ext cx="289438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sz="3200" b="1" dirty="0">
                  <a:solidFill>
                    <a:srgbClr val="123B43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MicroBiomica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BCF5844-2F63-E8E1-8200-27B9D37B884B}"/>
                </a:ext>
              </a:extLst>
            </p:cNvPr>
            <p:cNvSpPr txBox="1"/>
            <p:nvPr/>
          </p:nvSpPr>
          <p:spPr>
            <a:xfrm>
              <a:off x="2086661" y="2589245"/>
              <a:ext cx="6447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sz="2400" dirty="0">
                  <a:solidFill>
                    <a:schemeClr val="accent3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</a:rPr>
                <a:t>Lab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B96CA09-25F0-340D-4379-8E9D25B9A7B5}"/>
                </a:ext>
              </a:extLst>
            </p:cNvPr>
            <p:cNvGrpSpPr/>
            <p:nvPr/>
          </p:nvGrpSpPr>
          <p:grpSpPr>
            <a:xfrm>
              <a:off x="4230569" y="2231772"/>
              <a:ext cx="203090" cy="200730"/>
              <a:chOff x="4905204" y="2810880"/>
              <a:chExt cx="332545" cy="341394"/>
            </a:xfrm>
          </p:grpSpPr>
          <p:sp>
            <p:nvSpPr>
              <p:cNvPr id="7" name="Block Arc 6">
                <a:extLst>
                  <a:ext uri="{FF2B5EF4-FFF2-40B4-BE49-F238E27FC236}">
                    <a16:creationId xmlns:a16="http://schemas.microsoft.com/office/drawing/2014/main" id="{A4495691-0928-0BD4-F16A-4D8058ED5B3F}"/>
                  </a:ext>
                </a:extLst>
              </p:cNvPr>
              <p:cNvSpPr/>
              <p:nvPr/>
            </p:nvSpPr>
            <p:spPr>
              <a:xfrm>
                <a:off x="4905205" y="2810880"/>
                <a:ext cx="332544" cy="341394"/>
              </a:xfrm>
              <a:prstGeom prst="blockArc">
                <a:avLst>
                  <a:gd name="adj1" fmla="val 10800000"/>
                  <a:gd name="adj2" fmla="val 10796331"/>
                  <a:gd name="adj3" fmla="val 7653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Block Arc 7">
                <a:extLst>
                  <a:ext uri="{FF2B5EF4-FFF2-40B4-BE49-F238E27FC236}">
                    <a16:creationId xmlns:a16="http://schemas.microsoft.com/office/drawing/2014/main" id="{9817A627-259E-294C-436D-29A22C23A77C}"/>
                  </a:ext>
                </a:extLst>
              </p:cNvPr>
              <p:cNvSpPr/>
              <p:nvPr/>
            </p:nvSpPr>
            <p:spPr>
              <a:xfrm>
                <a:off x="4905205" y="2810880"/>
                <a:ext cx="332544" cy="341394"/>
              </a:xfrm>
              <a:prstGeom prst="blockArc">
                <a:avLst>
                  <a:gd name="adj1" fmla="val 10800000"/>
                  <a:gd name="adj2" fmla="val 9515080"/>
                  <a:gd name="adj3" fmla="val 7659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Block Arc 8">
                <a:extLst>
                  <a:ext uri="{FF2B5EF4-FFF2-40B4-BE49-F238E27FC236}">
                    <a16:creationId xmlns:a16="http://schemas.microsoft.com/office/drawing/2014/main" id="{847BB3A1-2454-D1D1-8A62-C141949B825A}"/>
                  </a:ext>
                </a:extLst>
              </p:cNvPr>
              <p:cNvSpPr/>
              <p:nvPr/>
            </p:nvSpPr>
            <p:spPr>
              <a:xfrm>
                <a:off x="4905204" y="2810880"/>
                <a:ext cx="332544" cy="341394"/>
              </a:xfrm>
              <a:prstGeom prst="blockArc">
                <a:avLst>
                  <a:gd name="adj1" fmla="val 10800000"/>
                  <a:gd name="adj2" fmla="val 19677901"/>
                  <a:gd name="adj3" fmla="val 7765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48660A1-A262-6CC8-E420-0D3A7E6B321A}"/>
                </a:ext>
              </a:extLst>
            </p:cNvPr>
            <p:cNvSpPr/>
            <p:nvPr/>
          </p:nvSpPr>
          <p:spPr>
            <a:xfrm>
              <a:off x="4455571" y="2118167"/>
              <a:ext cx="108030" cy="10793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A753B39-3B2E-6433-D1E6-55BAD85214A2}"/>
                </a:ext>
              </a:extLst>
            </p:cNvPr>
            <p:cNvSpPr/>
            <p:nvPr/>
          </p:nvSpPr>
          <p:spPr>
            <a:xfrm>
              <a:off x="4615607" y="2278168"/>
              <a:ext cx="108030" cy="10793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497FA35-FBC4-F465-F435-5F63D25013EF}"/>
                </a:ext>
              </a:extLst>
            </p:cNvPr>
            <p:cNvSpPr/>
            <p:nvPr/>
          </p:nvSpPr>
          <p:spPr>
            <a:xfrm>
              <a:off x="4972638" y="2480331"/>
              <a:ext cx="108030" cy="10793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7DB1742-8851-0466-6FEF-A5097CAF580E}"/>
                </a:ext>
              </a:extLst>
            </p:cNvPr>
            <p:cNvSpPr/>
            <p:nvPr/>
          </p:nvSpPr>
          <p:spPr>
            <a:xfrm>
              <a:off x="4927028" y="2260465"/>
              <a:ext cx="108030" cy="107939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B040C5D-1089-D5CA-013F-B3773B7D02CA}"/>
                </a:ext>
              </a:extLst>
            </p:cNvPr>
            <p:cNvSpPr/>
            <p:nvPr/>
          </p:nvSpPr>
          <p:spPr>
            <a:xfrm>
              <a:off x="4727647" y="2084037"/>
              <a:ext cx="83340" cy="7735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3877D37-25DA-56B0-C439-4670A027E477}"/>
                </a:ext>
              </a:extLst>
            </p:cNvPr>
            <p:cNvSpPr/>
            <p:nvPr/>
          </p:nvSpPr>
          <p:spPr>
            <a:xfrm>
              <a:off x="5155109" y="2368404"/>
              <a:ext cx="83340" cy="7735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C5E68F3-25F8-2982-6875-DE2D064A8FB7}"/>
                </a:ext>
              </a:extLst>
            </p:cNvPr>
            <p:cNvCxnSpPr>
              <a:cxnSpLocks/>
              <a:stCxn id="10" idx="7"/>
              <a:endCxn id="14" idx="2"/>
            </p:cNvCxnSpPr>
            <p:nvPr/>
          </p:nvCxnSpPr>
          <p:spPr>
            <a:xfrm flipV="1">
              <a:off x="4547780" y="2122717"/>
              <a:ext cx="179867" cy="11257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4B28E21-EF9C-10E8-F946-F31F8F448105}"/>
                </a:ext>
              </a:extLst>
            </p:cNvPr>
            <p:cNvCxnSpPr>
              <a:cxnSpLocks/>
              <a:stCxn id="10" idx="5"/>
              <a:endCxn id="11" idx="1"/>
            </p:cNvCxnSpPr>
            <p:nvPr/>
          </p:nvCxnSpPr>
          <p:spPr>
            <a:xfrm>
              <a:off x="4547780" y="2210299"/>
              <a:ext cx="83648" cy="83676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8172256-35FD-F5BA-077E-452800079CD9}"/>
                </a:ext>
              </a:extLst>
            </p:cNvPr>
            <p:cNvCxnSpPr>
              <a:cxnSpLocks/>
              <a:stCxn id="11" idx="5"/>
              <a:endCxn id="12" idx="1"/>
            </p:cNvCxnSpPr>
            <p:nvPr/>
          </p:nvCxnSpPr>
          <p:spPr>
            <a:xfrm>
              <a:off x="4707816" y="2370300"/>
              <a:ext cx="280643" cy="125838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09CEE38-6F70-4741-C040-9C39835133F4}"/>
                </a:ext>
              </a:extLst>
            </p:cNvPr>
            <p:cNvCxnSpPr>
              <a:cxnSpLocks/>
              <a:stCxn id="11" idx="7"/>
              <a:endCxn id="13" idx="2"/>
            </p:cNvCxnSpPr>
            <p:nvPr/>
          </p:nvCxnSpPr>
          <p:spPr>
            <a:xfrm>
              <a:off x="4707816" y="2293975"/>
              <a:ext cx="219212" cy="2046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7CDD5E7-A0DD-EF56-CEB3-89DF85E53109}"/>
                </a:ext>
              </a:extLst>
            </p:cNvPr>
            <p:cNvCxnSpPr>
              <a:cxnSpLocks/>
              <a:stCxn id="13" idx="6"/>
              <a:endCxn id="15" idx="1"/>
            </p:cNvCxnSpPr>
            <p:nvPr/>
          </p:nvCxnSpPr>
          <p:spPr>
            <a:xfrm>
              <a:off x="5035058" y="2314435"/>
              <a:ext cx="132256" cy="65298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39">
            <a:extLst>
              <a:ext uri="{FF2B5EF4-FFF2-40B4-BE49-F238E27FC236}">
                <a16:creationId xmlns:a16="http://schemas.microsoft.com/office/drawing/2014/main" id="{B0FD1B74-B4E0-E385-2BBA-FB0022ACF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538" y="3344564"/>
            <a:ext cx="9095258" cy="2996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131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Helvetica Neue</vt:lpstr>
      <vt:lpstr>Helvetica Neue UltraLight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Guerrino Macori</dc:creator>
  <cp:lastModifiedBy>Guerrino Macori</cp:lastModifiedBy>
  <cp:revision>1</cp:revision>
  <dcterms:created xsi:type="dcterms:W3CDTF">2026-08-02T20:59:17Z</dcterms:created>
  <dcterms:modified xsi:type="dcterms:W3CDTF">2026-08-02T21:08:30Z</dcterms:modified>
</cp:coreProperties>
</file>