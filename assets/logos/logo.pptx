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>
        <p:scale>
          <a:sx n="210" d="100"/>
          <a:sy n="210" d="100"/>
        </p:scale>
        <p:origin x="-63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4BC5-B4E8-06BE-2E44-C045BC130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E6104-3E5B-B153-B809-9E6B3D7FA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F474D-935F-C9C4-AE44-5A8FD023D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80E74-50C8-D124-280F-91236408E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145FF-FBF4-E9F7-1946-736E7A8B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906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44F47-47BD-B920-EE83-6FE57681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6BA26-3DFE-1E58-8098-56BD4C746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25EED-D81F-3506-1089-2E8D47DF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17974-509C-C81A-43A3-11B39E9A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3C8DC-7D52-62BF-4BBC-0B4A5C49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085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BD93-73C2-B8A2-2767-AF1A697E3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029B7-F827-53C1-717F-F0992339E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B91FE-03DD-CD9C-3BFD-0E088AC08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FD80F-0AAF-066C-70FC-559579F5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C10A6-073A-23A7-0579-9CB5A4F4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052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71B90-6128-9D5B-68A9-D30C42EC5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94FAF-FBFC-CEB6-C1C4-B488C4BCC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2A3BA-33DF-0FBD-9319-F7AEC5AB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EDFB3-32F3-DD2D-53BB-588AC890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96216-C220-F5F6-97F7-69CBCA66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15D9A-2EE5-46EB-6DB2-537C15FB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480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D70E-3E14-D9E2-8437-6D4C191F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0B67F-669D-7B89-5E1D-29FB3FB25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8117C-97BB-8F48-0E3F-476AE0441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ED173-DD3D-B522-75AF-CA6201190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86FA5-042A-C337-1FA1-902D2372D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3A8450-789C-DFCE-FC87-DC6720128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E90850-98BD-C1CA-9273-3FAB27C0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A6B005-E582-5FB4-01D7-DFAFB274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7864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5FBE-D69C-E0DC-049B-8B2412D6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5E457-DF7B-9131-10EA-B75BFF4C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16475C-04D8-7E68-9BAA-60545410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9D325-1F6A-F083-5D53-AAA0D1DC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83249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20F8C9-A723-B577-B58D-81C98FA7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29597E-3697-D0B0-911C-C27F3B99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356B3-3007-2594-F96A-FA882513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391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8C01-FAEC-AA8D-E846-10071D52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D5FF1-2F2E-F686-F31A-CC73D0EA1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4C2C8-602B-5524-09B2-BA73BDED3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968D9-29F0-EA7E-0F70-941F879AA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743D7-ED5F-87A8-F292-417FD63D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01C62-9860-CE28-960B-921701A7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9384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53CB9-BB02-0805-906F-933604855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2FF7C-5907-FC3F-FC2A-EF1D7A8B7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5B300-66EC-F246-4D07-83AE3B78A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C7173-CD90-B526-1ED5-37D9F0BE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D4602-ADA5-E956-D9FC-F4A630FC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5FA1A-DBDF-3C52-31B3-A1DC58DF8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1171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EBDDF-CE7B-C5B5-1566-C0E7BE46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58CDB-B837-20EF-6024-762D9C17F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2B03A-85C6-56FB-34D4-A06C38BD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95F7C-2E51-8E97-BB07-A3FE964F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5E052-AADA-FCB9-92CC-020666BB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5243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1CAFE-1A2B-FD0C-50C2-FA02462B1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7ABE8-9B14-C728-7FC8-C58E8390B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CAD16-B0B9-C27C-9EC7-DFD25D3B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90763-2546-1B22-5C43-C8931013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09055-D2A5-371B-F618-F2872CF3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461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72470-6090-05E8-91D6-C2A533E4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F1283-2BE9-EC31-88B7-2B6FA45A3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D3B9B-ADC3-2CC3-B7B7-5EB266CB6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DCD03-8C1F-AB40-BFF5-F772A1174ACE}" type="datetimeFigureOut">
              <a:rPr lang="en-IE" smtClean="0"/>
              <a:t>25/08/2026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D2B78-00E4-BED2-28C3-2E71172E8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2B260-6FCE-28EF-E63D-64524F72B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EDC4B-C439-584D-925F-2005C0AB000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5770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FF82434-2288-950B-2839-CB0785DB945E}"/>
              </a:ext>
            </a:extLst>
          </p:cNvPr>
          <p:cNvGrpSpPr/>
          <p:nvPr/>
        </p:nvGrpSpPr>
        <p:grpSpPr>
          <a:xfrm>
            <a:off x="2086661" y="2084037"/>
            <a:ext cx="3151788" cy="966873"/>
            <a:chOff x="2086661" y="2084037"/>
            <a:chExt cx="3151788" cy="9668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D2AB3E-9399-70D0-BDF5-861AD10CC0C0}"/>
                </a:ext>
              </a:extLst>
            </p:cNvPr>
            <p:cNvSpPr txBox="1"/>
            <p:nvPr/>
          </p:nvSpPr>
          <p:spPr>
            <a:xfrm>
              <a:off x="2086661" y="2226106"/>
              <a:ext cx="289438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3200" b="1" dirty="0">
                  <a:solidFill>
                    <a:srgbClr val="123B43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MicroBiomica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BCF5844-2F63-E8E1-8200-27B9D37B884B}"/>
                </a:ext>
              </a:extLst>
            </p:cNvPr>
            <p:cNvSpPr txBox="1"/>
            <p:nvPr/>
          </p:nvSpPr>
          <p:spPr>
            <a:xfrm>
              <a:off x="2086661" y="2589245"/>
              <a:ext cx="6447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2400" dirty="0">
                  <a:solidFill>
                    <a:schemeClr val="accent3">
                      <a:lumMod val="75000"/>
                    </a:schemeClr>
                  </a:solidFill>
                  <a:latin typeface="Helvetica Neue UltraLight" panose="02000206000000020004" pitchFamily="2" charset="0"/>
                  <a:ea typeface="Helvetica Neue UltraLight" panose="02000206000000020004" pitchFamily="2" charset="0"/>
                </a:rPr>
                <a:t>Lab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B96CA09-25F0-340D-4379-8E9D25B9A7B5}"/>
                </a:ext>
              </a:extLst>
            </p:cNvPr>
            <p:cNvGrpSpPr/>
            <p:nvPr/>
          </p:nvGrpSpPr>
          <p:grpSpPr>
            <a:xfrm>
              <a:off x="4230569" y="2231772"/>
              <a:ext cx="203090" cy="200730"/>
              <a:chOff x="4905204" y="2810880"/>
              <a:chExt cx="332545" cy="341394"/>
            </a:xfrm>
          </p:grpSpPr>
          <p:sp>
            <p:nvSpPr>
              <p:cNvPr id="7" name="Block Arc 6">
                <a:extLst>
                  <a:ext uri="{FF2B5EF4-FFF2-40B4-BE49-F238E27FC236}">
                    <a16:creationId xmlns:a16="http://schemas.microsoft.com/office/drawing/2014/main" id="{A4495691-0928-0BD4-F16A-4D8058ED5B3F}"/>
                  </a:ext>
                </a:extLst>
              </p:cNvPr>
              <p:cNvSpPr/>
              <p:nvPr/>
            </p:nvSpPr>
            <p:spPr>
              <a:xfrm>
                <a:off x="4905205" y="2810880"/>
                <a:ext cx="332544" cy="341394"/>
              </a:xfrm>
              <a:prstGeom prst="blockArc">
                <a:avLst>
                  <a:gd name="adj1" fmla="val 10800000"/>
                  <a:gd name="adj2" fmla="val 10796331"/>
                  <a:gd name="adj3" fmla="val 765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Block Arc 7">
                <a:extLst>
                  <a:ext uri="{FF2B5EF4-FFF2-40B4-BE49-F238E27FC236}">
                    <a16:creationId xmlns:a16="http://schemas.microsoft.com/office/drawing/2014/main" id="{9817A627-259E-294C-436D-29A22C23A77C}"/>
                  </a:ext>
                </a:extLst>
              </p:cNvPr>
              <p:cNvSpPr/>
              <p:nvPr/>
            </p:nvSpPr>
            <p:spPr>
              <a:xfrm>
                <a:off x="4905205" y="2810880"/>
                <a:ext cx="332544" cy="341394"/>
              </a:xfrm>
              <a:prstGeom prst="blockArc">
                <a:avLst>
                  <a:gd name="adj1" fmla="val 10800000"/>
                  <a:gd name="adj2" fmla="val 9515080"/>
                  <a:gd name="adj3" fmla="val 7659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847BB3A1-2454-D1D1-8A62-C141949B825A}"/>
                  </a:ext>
                </a:extLst>
              </p:cNvPr>
              <p:cNvSpPr/>
              <p:nvPr/>
            </p:nvSpPr>
            <p:spPr>
              <a:xfrm>
                <a:off x="4905204" y="2810880"/>
                <a:ext cx="332544" cy="341394"/>
              </a:xfrm>
              <a:prstGeom prst="blockArc">
                <a:avLst>
                  <a:gd name="adj1" fmla="val 10800000"/>
                  <a:gd name="adj2" fmla="val 19677901"/>
                  <a:gd name="adj3" fmla="val 7765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48660A1-A262-6CC8-E420-0D3A7E6B321A}"/>
                </a:ext>
              </a:extLst>
            </p:cNvPr>
            <p:cNvSpPr/>
            <p:nvPr/>
          </p:nvSpPr>
          <p:spPr>
            <a:xfrm>
              <a:off x="4455571" y="2118167"/>
              <a:ext cx="108030" cy="1079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A753B39-3B2E-6433-D1E6-55BAD85214A2}"/>
                </a:ext>
              </a:extLst>
            </p:cNvPr>
            <p:cNvSpPr/>
            <p:nvPr/>
          </p:nvSpPr>
          <p:spPr>
            <a:xfrm>
              <a:off x="4615607" y="2278168"/>
              <a:ext cx="108030" cy="10793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497FA35-FBC4-F465-F435-5F63D25013EF}"/>
                </a:ext>
              </a:extLst>
            </p:cNvPr>
            <p:cNvSpPr/>
            <p:nvPr/>
          </p:nvSpPr>
          <p:spPr>
            <a:xfrm>
              <a:off x="4972638" y="2480331"/>
              <a:ext cx="108030" cy="10793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7DB1742-8851-0466-6FEF-A5097CAF580E}"/>
                </a:ext>
              </a:extLst>
            </p:cNvPr>
            <p:cNvSpPr/>
            <p:nvPr/>
          </p:nvSpPr>
          <p:spPr>
            <a:xfrm>
              <a:off x="4927028" y="2260465"/>
              <a:ext cx="108030" cy="107939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B040C5D-1089-D5CA-013F-B3773B7D02CA}"/>
                </a:ext>
              </a:extLst>
            </p:cNvPr>
            <p:cNvSpPr/>
            <p:nvPr/>
          </p:nvSpPr>
          <p:spPr>
            <a:xfrm>
              <a:off x="4727647" y="2084037"/>
              <a:ext cx="83340" cy="7735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3877D37-25DA-56B0-C439-4670A027E477}"/>
                </a:ext>
              </a:extLst>
            </p:cNvPr>
            <p:cNvSpPr/>
            <p:nvPr/>
          </p:nvSpPr>
          <p:spPr>
            <a:xfrm>
              <a:off x="5155109" y="2368404"/>
              <a:ext cx="83340" cy="7735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5E68F3-25F8-2982-6875-DE2D064A8FB7}"/>
                </a:ext>
              </a:extLst>
            </p:cNvPr>
            <p:cNvCxnSpPr>
              <a:cxnSpLocks/>
              <a:stCxn id="10" idx="7"/>
              <a:endCxn id="14" idx="2"/>
            </p:cNvCxnSpPr>
            <p:nvPr/>
          </p:nvCxnSpPr>
          <p:spPr>
            <a:xfrm flipV="1">
              <a:off x="4547780" y="2122717"/>
              <a:ext cx="179867" cy="11257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4B28E21-EF9C-10E8-F946-F31F8F448105}"/>
                </a:ext>
              </a:extLst>
            </p:cNvPr>
            <p:cNvCxnSpPr>
              <a:cxnSpLocks/>
              <a:stCxn id="10" idx="5"/>
              <a:endCxn id="11" idx="1"/>
            </p:cNvCxnSpPr>
            <p:nvPr/>
          </p:nvCxnSpPr>
          <p:spPr>
            <a:xfrm>
              <a:off x="4547780" y="2210299"/>
              <a:ext cx="83648" cy="8367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8172256-35FD-F5BA-077E-452800079CD9}"/>
                </a:ext>
              </a:extLst>
            </p:cNvPr>
            <p:cNvCxnSpPr>
              <a:cxnSpLocks/>
              <a:stCxn id="11" idx="5"/>
              <a:endCxn id="12" idx="1"/>
            </p:cNvCxnSpPr>
            <p:nvPr/>
          </p:nvCxnSpPr>
          <p:spPr>
            <a:xfrm>
              <a:off x="4707816" y="2370300"/>
              <a:ext cx="280643" cy="125838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09CEE38-6F70-4741-C040-9C39835133F4}"/>
                </a:ext>
              </a:extLst>
            </p:cNvPr>
            <p:cNvCxnSpPr>
              <a:cxnSpLocks/>
              <a:stCxn id="11" idx="7"/>
              <a:endCxn id="13" idx="2"/>
            </p:cNvCxnSpPr>
            <p:nvPr/>
          </p:nvCxnSpPr>
          <p:spPr>
            <a:xfrm>
              <a:off x="4707816" y="2293975"/>
              <a:ext cx="219212" cy="2046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CDD5E7-A0DD-EF56-CEB3-89DF85E53109}"/>
                </a:ext>
              </a:extLst>
            </p:cNvPr>
            <p:cNvCxnSpPr>
              <a:cxnSpLocks/>
              <a:stCxn id="13" idx="6"/>
              <a:endCxn id="15" idx="1"/>
            </p:cNvCxnSpPr>
            <p:nvPr/>
          </p:nvCxnSpPr>
          <p:spPr>
            <a:xfrm>
              <a:off x="5035058" y="2314435"/>
              <a:ext cx="132256" cy="65298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B0FD1B74-B4E0-E385-2BBA-FB0022ACF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538" y="3344564"/>
            <a:ext cx="9095258" cy="299690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F95971A-AC25-D7F3-17D5-AD0D738048F8}"/>
              </a:ext>
            </a:extLst>
          </p:cNvPr>
          <p:cNvGrpSpPr/>
          <p:nvPr/>
        </p:nvGrpSpPr>
        <p:grpSpPr>
          <a:xfrm>
            <a:off x="9545984" y="987501"/>
            <a:ext cx="1007880" cy="504233"/>
            <a:chOff x="4230569" y="2084037"/>
            <a:chExt cx="1007880" cy="50423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0571A3A-2EDB-16A2-7C1F-FE65974FA03D}"/>
                </a:ext>
              </a:extLst>
            </p:cNvPr>
            <p:cNvGrpSpPr/>
            <p:nvPr/>
          </p:nvGrpSpPr>
          <p:grpSpPr>
            <a:xfrm>
              <a:off x="4230569" y="2231772"/>
              <a:ext cx="203090" cy="200730"/>
              <a:chOff x="4905204" y="2810880"/>
              <a:chExt cx="332545" cy="341394"/>
            </a:xfrm>
          </p:grpSpPr>
          <p:sp>
            <p:nvSpPr>
              <p:cNvPr id="35" name="Block Arc 34">
                <a:extLst>
                  <a:ext uri="{FF2B5EF4-FFF2-40B4-BE49-F238E27FC236}">
                    <a16:creationId xmlns:a16="http://schemas.microsoft.com/office/drawing/2014/main" id="{431647E2-8F78-3CC3-4033-9E51DE419B02}"/>
                  </a:ext>
                </a:extLst>
              </p:cNvPr>
              <p:cNvSpPr/>
              <p:nvPr/>
            </p:nvSpPr>
            <p:spPr>
              <a:xfrm>
                <a:off x="4905205" y="2810880"/>
                <a:ext cx="332544" cy="341394"/>
              </a:xfrm>
              <a:prstGeom prst="blockArc">
                <a:avLst>
                  <a:gd name="adj1" fmla="val 10800000"/>
                  <a:gd name="adj2" fmla="val 10796331"/>
                  <a:gd name="adj3" fmla="val 765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Block Arc 35">
                <a:extLst>
                  <a:ext uri="{FF2B5EF4-FFF2-40B4-BE49-F238E27FC236}">
                    <a16:creationId xmlns:a16="http://schemas.microsoft.com/office/drawing/2014/main" id="{C09D08BA-610B-4E19-B25C-C6DB8BF2B144}"/>
                  </a:ext>
                </a:extLst>
              </p:cNvPr>
              <p:cNvSpPr/>
              <p:nvPr/>
            </p:nvSpPr>
            <p:spPr>
              <a:xfrm>
                <a:off x="4905205" y="2810880"/>
                <a:ext cx="332544" cy="341394"/>
              </a:xfrm>
              <a:prstGeom prst="blockArc">
                <a:avLst>
                  <a:gd name="adj1" fmla="val 10800000"/>
                  <a:gd name="adj2" fmla="val 9515080"/>
                  <a:gd name="adj3" fmla="val 7659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Block Arc 36">
                <a:extLst>
                  <a:ext uri="{FF2B5EF4-FFF2-40B4-BE49-F238E27FC236}">
                    <a16:creationId xmlns:a16="http://schemas.microsoft.com/office/drawing/2014/main" id="{DEE3607B-442D-FFFE-1F5A-2D4E630E97FC}"/>
                  </a:ext>
                </a:extLst>
              </p:cNvPr>
              <p:cNvSpPr/>
              <p:nvPr/>
            </p:nvSpPr>
            <p:spPr>
              <a:xfrm>
                <a:off x="4905204" y="2810880"/>
                <a:ext cx="332544" cy="341394"/>
              </a:xfrm>
              <a:prstGeom prst="blockArc">
                <a:avLst>
                  <a:gd name="adj1" fmla="val 10800000"/>
                  <a:gd name="adj2" fmla="val 19677901"/>
                  <a:gd name="adj3" fmla="val 7765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91821DE-EC72-9156-3860-F7323E10B833}"/>
                </a:ext>
              </a:extLst>
            </p:cNvPr>
            <p:cNvSpPr/>
            <p:nvPr/>
          </p:nvSpPr>
          <p:spPr>
            <a:xfrm>
              <a:off x="4455571" y="2118167"/>
              <a:ext cx="108030" cy="10793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32606D3-9B06-C2CF-18F9-CCBE9D90010F}"/>
                </a:ext>
              </a:extLst>
            </p:cNvPr>
            <p:cNvSpPr/>
            <p:nvPr/>
          </p:nvSpPr>
          <p:spPr>
            <a:xfrm>
              <a:off x="4615607" y="2278168"/>
              <a:ext cx="108030" cy="10793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41089E-6FC9-D9BA-6C83-F86F21B00F50}"/>
                </a:ext>
              </a:extLst>
            </p:cNvPr>
            <p:cNvSpPr/>
            <p:nvPr/>
          </p:nvSpPr>
          <p:spPr>
            <a:xfrm>
              <a:off x="4972638" y="2480331"/>
              <a:ext cx="108030" cy="10793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D9562F9-700E-B6DD-9D67-DF3C90BD969E}"/>
                </a:ext>
              </a:extLst>
            </p:cNvPr>
            <p:cNvSpPr/>
            <p:nvPr/>
          </p:nvSpPr>
          <p:spPr>
            <a:xfrm>
              <a:off x="4927028" y="2260465"/>
              <a:ext cx="108030" cy="107939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CB7924E-0F71-122E-EEF7-2C6F203BF46A}"/>
                </a:ext>
              </a:extLst>
            </p:cNvPr>
            <p:cNvSpPr/>
            <p:nvPr/>
          </p:nvSpPr>
          <p:spPr>
            <a:xfrm>
              <a:off x="4727647" y="2084037"/>
              <a:ext cx="83340" cy="77359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4FA30E4-D6D3-2D5B-0912-45BF8D61C37A}"/>
                </a:ext>
              </a:extLst>
            </p:cNvPr>
            <p:cNvSpPr/>
            <p:nvPr/>
          </p:nvSpPr>
          <p:spPr>
            <a:xfrm>
              <a:off x="5155109" y="2368404"/>
              <a:ext cx="83340" cy="7735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F7C3555-90E8-A31D-5FC0-1FA005ED0E32}"/>
                </a:ext>
              </a:extLst>
            </p:cNvPr>
            <p:cNvCxnSpPr>
              <a:cxnSpLocks/>
              <a:stCxn id="24" idx="7"/>
              <a:endCxn id="28" idx="2"/>
            </p:cNvCxnSpPr>
            <p:nvPr/>
          </p:nvCxnSpPr>
          <p:spPr>
            <a:xfrm flipV="1">
              <a:off x="4547780" y="2122717"/>
              <a:ext cx="179867" cy="11257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CB9A33D-30CE-DA36-5DFD-855690A82E2C}"/>
                </a:ext>
              </a:extLst>
            </p:cNvPr>
            <p:cNvCxnSpPr>
              <a:cxnSpLocks/>
              <a:stCxn id="24" idx="5"/>
              <a:endCxn id="25" idx="1"/>
            </p:cNvCxnSpPr>
            <p:nvPr/>
          </p:nvCxnSpPr>
          <p:spPr>
            <a:xfrm>
              <a:off x="4547780" y="2210299"/>
              <a:ext cx="83648" cy="83676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CAAF07-FCE0-1843-9F48-E3F67E35C7D8}"/>
                </a:ext>
              </a:extLst>
            </p:cNvPr>
            <p:cNvCxnSpPr>
              <a:cxnSpLocks/>
              <a:stCxn id="25" idx="5"/>
              <a:endCxn id="26" idx="1"/>
            </p:cNvCxnSpPr>
            <p:nvPr/>
          </p:nvCxnSpPr>
          <p:spPr>
            <a:xfrm>
              <a:off x="4707816" y="2370300"/>
              <a:ext cx="280643" cy="125838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01F867F-0774-2B6C-1564-10A39A3415B2}"/>
                </a:ext>
              </a:extLst>
            </p:cNvPr>
            <p:cNvCxnSpPr>
              <a:cxnSpLocks/>
              <a:stCxn id="25" idx="7"/>
              <a:endCxn id="27" idx="2"/>
            </p:cNvCxnSpPr>
            <p:nvPr/>
          </p:nvCxnSpPr>
          <p:spPr>
            <a:xfrm>
              <a:off x="4707816" y="2293975"/>
              <a:ext cx="219212" cy="2046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25106AE-EB80-704C-AD6A-2E8EBC265D4F}"/>
                </a:ext>
              </a:extLst>
            </p:cNvPr>
            <p:cNvCxnSpPr>
              <a:cxnSpLocks/>
              <a:stCxn id="27" idx="6"/>
              <a:endCxn id="29" idx="1"/>
            </p:cNvCxnSpPr>
            <p:nvPr/>
          </p:nvCxnSpPr>
          <p:spPr>
            <a:xfrm>
              <a:off x="5035058" y="2314435"/>
              <a:ext cx="132256" cy="65298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6131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Helvetica Neue</vt:lpstr>
      <vt:lpstr>Helvetica Neue UltraLight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Guerrino Macori</dc:creator>
  <cp:lastModifiedBy>Guerrino Macori</cp:lastModifiedBy>
  <cp:revision>2</cp:revision>
  <dcterms:created xsi:type="dcterms:W3CDTF">2026-08-02T20:59:17Z</dcterms:created>
  <dcterms:modified xsi:type="dcterms:W3CDTF">2026-08-25T09:24:16Z</dcterms:modified>
</cp:coreProperties>
</file>